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72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55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4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52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39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141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9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03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08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99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5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A2E05-4335-46A4-8D96-AD27FA6A504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5697B-74B1-4E93-B79C-5BB23389E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4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77" y="176169"/>
            <a:ext cx="10058400" cy="639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1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77" y="538382"/>
            <a:ext cx="10058400" cy="546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23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946" y="201336"/>
            <a:ext cx="10058400" cy="637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0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DU</dc:creator>
  <cp:lastModifiedBy>DU</cp:lastModifiedBy>
  <cp:revision>1</cp:revision>
  <dcterms:created xsi:type="dcterms:W3CDTF">2026-01-22T07:48:04Z</dcterms:created>
  <dcterms:modified xsi:type="dcterms:W3CDTF">2026-01-22T07:48:33Z</dcterms:modified>
</cp:coreProperties>
</file>